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0" y="4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各位评委老师，下午好。我们是来自‘法尔孔’队的参赛选手。今天非常荣幸能在这里向大家汇报我们的项目——‘LLM 推理内存管理优化系统’。本项目旨在解决内存受限环境下大语言模型推理效率低下的问题，我们将从研究动机、系统设计、实验评估等多个方面展开介绍。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我们为什么要做这个项目？核心动机源于大模型在实际部署中面临的严峻内存挑战。无论是模型参数的加载，还是KV Cache的维护，都对内存提出了极高的要求。特别是在内存受限的边缘设备或共享云主机上，这种挑战尤为突出。我们观察到，由页错误和内存交换引起的性能抖动是影响LLM推理服务质量的关键瓶颈。因此，我们的研究问题聚焦于如何在用户态层面，通过更智能的内存管理来解决这一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‘法尔孔’由三名成员组成。我是队长李子恒，主要负责整体设计和核心代码的实现。邓晓川同学负责前期的技术调研和对比分析。蔡梓涵同学则专注于实验、测试和文档整理。我们的分工紧密协作，确保了项目各个环节都能得到专业的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这是我们项目的整体开发时间线。从5月下旬开始，我们首先搭建了基础环境。六月份，我们的工作重点是建立可观测性，然后基于观测结果进行OS hint的原型开发。在六月中下旬，我们通过离线模拟探索了更优的缓存策略，并对prefetch机制进行了深化优化，特别是引入了异步调度。最后，在六月末，我们完成了全面的测试和文档整理工作。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初期，我们进行了广泛的资料收集和技术研讨。我们深入分析了llama.cpp的实现细节，并借鉴了MoE-Infinity、PagedAttention等前沿工作的思想。同时，我们也研究了Linux内核提供的内存管理接口。基于这些调研，我们明确了项目的技术方向：在用户态通过trace分析和OS hint来实现高效的内存管理，这是一个兼顾效果和工程可行性的方案。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这是我们系统的总体设计架构。我们在llama.cpp的基础上，植入了多个追踪模块，分别监控张量、专家路由和KV Cache的访问。这些追踪信息被统一写入JSONL格式的trace文件。然后，我们开发了分析和模拟工具，对trace进行深度挖掘，用于评估baseline性能、模拟不同策略，并最终指导我们优化策略的实现。整个流程通过自动化脚本串联，确保了实验的高效和可复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我们工作的第一步是建立可观测性。我们通过扩展 llama.cpp，实现了一个强大的 trace 系统。通过运行自动化脚本，我们可以生成包含内存访问、计算延迟等丰富信息的 trace 文件，并自动分析出关键性能指标。这个 baseline 的建立，为我们后续的所有优化工作提供了一个可靠的度量衡。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基于对baseline的分析，我们定位到性能瓶颈在于首次访问权重时的大量页错误。为此，我们设计并实现了一个OS Hint原型。我们尝试了多种madvise和posix_fadvise的组合，并创新性地将MoE的路由信息与预取相结合。实验结果令人鼓舞，major faults和延迟都大幅下降。但这也带来了新的挑战，即内存占用增加和系统调用过多，这成为我们下一阶段优化的重点。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为了探索更优的资源利用方式，我们进行了expert cache替换策略的离线模拟。我们想看看，用一个有限的cache是否能替代完整的预取。我们模拟了多种经典策略，发现在当前的trace和内存预算下，传统的LRU/LFU策略效果并不理想，miss率很高。这让我们意识到，对于MoE的专家访问模式，可能需要更复杂的、结合路由信息的管理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尝试了一些简单的方法来减少系统调用的次数，比如只预取top-k的专家。但结果发现，这种做法会牺牲预取的覆盖率，导致性能下降。另一种合并请求的尝试也因内存布局的限制而收益甚微。这些尝试让我们认识到，问题的关键不在于减少hint的数量，而在于如何更高效地执行这些hin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同步调用的性能瓶颈，我们设计并实现了一套异步预取机制。我们将预取请求放入一个异步队列，由后台worker线程处理，从而将系统调用与推理主线程解耦。更进一步，我们设计了基于截止时间和路由分数的优先级调度策略。实验证明，这种综合调度策略能够最有效地利用异步机制，取得了最佳的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我们的实验设计旨在确保结果的客观性和可复现性。我们在统一的软硬件环境下，使用一个具有代表性的35B MoE模型进行测试。我们不仅验证了所有功能的正确性，还设计了多组性能对比实验，对baseline和我们开发的多种优化策略进行了评估。每个实验都重复3次，以统计的方式确保结果的可靠性。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这是我们最核心的性能测试结果。从表格中可以看到，我们的优化策略取得了显著的效果。与baseline相比，decode延迟最多降低了48%，major faults减少了超过90%。特别值得关注的是deadline_score策略，它不仅延迟最低，而且swap使用也最少，实现了性能和资源消耗的最佳平衡。这充分证明了我们异步化和优先级调度设计的有效性。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我们的工作在多个方面具有创新性。首先，我们首次将MoE的路由语义与OS hint相结合，实现了语义感知的内存预取。其次，我们设计了一套trace-driven的流程来指导策略选择。最重要的是，我们通过异步化和多维度优先级调度，解决了预取带来的系统开销问题。与现有工作相比，我们的方案在不修改内核的前提下，实现了更全面、更高效的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的工作也存在一些不足。例如，系统调用的数量仍然偏高，方案的泛化性还需要进一步验证。针对这些不足，我们规划了清晰的后续工作。我们将继续探索更高效的hint方式，扩大测试范围，并计划深入研究KV Cache的管理以及与内核机制的协同。我们相信，通过这些努力，可以进一步提升LLM在内存受限环境下的推理性能。感谢各位评委老师的聆听！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3.jpe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5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0.svg"/><Relationship Id="rId5" Type="http://schemas.openxmlformats.org/officeDocument/2006/relationships/image" Target="../media/image32.svg"/><Relationship Id="rId10" Type="http://schemas.openxmlformats.org/officeDocument/2006/relationships/image" Target="../media/image29.png"/><Relationship Id="rId4" Type="http://schemas.openxmlformats.org/officeDocument/2006/relationships/image" Target="../media/image31.pn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16.sv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38.pn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3.jpeg"/><Relationship Id="rId7" Type="http://schemas.openxmlformats.org/officeDocument/2006/relationships/image" Target="../media/image14.sv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55.svg"/><Relationship Id="rId5" Type="http://schemas.openxmlformats.org/officeDocument/2006/relationships/image" Target="../media/image51.svg"/><Relationship Id="rId10" Type="http://schemas.openxmlformats.org/officeDocument/2006/relationships/image" Target="../media/image54.png"/><Relationship Id="rId4" Type="http://schemas.openxmlformats.org/officeDocument/2006/relationships/image" Target="../media/image50.png"/><Relationship Id="rId9" Type="http://schemas.openxmlformats.org/officeDocument/2006/relationships/image" Target="../media/image5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3.jpe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67.svg"/><Relationship Id="rId5" Type="http://schemas.openxmlformats.org/officeDocument/2006/relationships/image" Target="../media/image14.svg"/><Relationship Id="rId10" Type="http://schemas.openxmlformats.org/officeDocument/2006/relationships/image" Target="../media/image66.png"/><Relationship Id="rId4" Type="http://schemas.openxmlformats.org/officeDocument/2006/relationships/image" Target="../media/image13.png"/><Relationship Id="rId9" Type="http://schemas.openxmlformats.org/officeDocument/2006/relationships/image" Target="../media/image6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374151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 推理内存管理优化系统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面向内存受限环境的大语言模型推理访存分析与预取优化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405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4572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469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比赛名称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2026年全国大学生计算机系统能力大赛操作系统设计赛（全国赛）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2000" y="4572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762500" y="469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赛题编号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proj59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聚焦大模型推理阶段的内存调度与性能瓶颈突破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4572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25957" r="25957"/>
          <a:stretch>
            <a:fillRect/>
          </a:stretch>
        </p:blipFill>
        <p:spPr>
          <a:xfrm>
            <a:off x="8255000" y="4699000"/>
            <a:ext cx="1397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9779000" y="4699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参赛队伍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法尔孔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研究动机与问题定义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352550"/>
            <a:ext cx="5270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154305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50495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LLM 推理的内存挑战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889008" y="204470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241550"/>
            <a:ext cx="476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海量参数与动态缓存：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千亿级模型参数需数十GB内存加载，推理中持续增长的KV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Cache进一步加剧内存占用压力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MoE模型的页错误隐患：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稀疏激活的专家权重首次访问会引发大量page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faults，导致推理延迟出现显著且不可控的抖动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413500" y="1352550"/>
            <a:ext cx="5270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154305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50495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内存受限环境下的现实困境</a:t>
            </a:r>
            <a:endParaRPr lang="en-US" sz="1100"/>
          </a:p>
        </p:txBody>
      </p:sp>
      <p:cxnSp>
        <p:nvCxnSpPr>
          <p:cNvPr id="12" name="Connector 12"/>
          <p:cNvCxnSpPr>
            <a:cxnSpLocks/>
          </p:cNvCxnSpPr>
          <p:nvPr/>
        </p:nvCxnSpPr>
        <p:spPr>
          <a:xfrm rot="-9167">
            <a:off x="6667508" y="204470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67500" y="2241550"/>
            <a:ext cx="476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严重的换页与设备磨损：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数据缺失触发的Major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Faults会导致频繁的磁盘Swap操作，不仅引入秒级延迟，更加速存储介质损耗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服务稳定性的致命威胁：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不可预测的访存延迟让推理服务的响应时间失去稳定性，难以满足生产环境对低延迟、高可用的要求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37415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4889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本项目的核心研究问题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5992" y="5441950"/>
            <a:ext cx="10160008" cy="7175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如何在不侵入推理框架内核、不修改OS底层的前提下，利用OS</a:t>
            </a:r>
            <a:r>
              <a:rPr lang="en-US" sz="14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Hint与MoE路由信息主动管理内存，实现对LLM访存行为的精准观测与优化，从而显著降低访存开销与推理延迟</a:t>
            </a:r>
            <a:r>
              <a:rPr lang="en-US" sz="14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队伍构成与分工情况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1999" y="1778000"/>
            <a:ext cx="5956515" cy="29420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956514" cy="635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241873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李子恒</a:t>
            </a: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</a:t>
            </a:r>
            <a:r>
              <a:rPr lang="zh-CN" altLang="en-US" sz="2000" b="1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队长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8" name="Connector 8"/>
          <p:cNvCxnSpPr>
            <a:cxnSpLocks/>
          </p:cNvCxnSpPr>
          <p:nvPr/>
        </p:nvCxnSpPr>
        <p:spPr>
          <a:xfrm flipV="1">
            <a:off x="952500" y="3035300"/>
            <a:ext cx="54637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499" y="3238500"/>
            <a:ext cx="5549039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负责项目总体方案设计与架构搭建；主导核心模块的实现，包括`llama.cpp`的trace系统、OS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hint机制和expert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prefetch策略；统筹实验矩阵设计与全项目技术文档的撰写工作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；全程参与各项工作，包括前期调研文献，设计整体架构，比较不同方法等，实现了从</a:t>
            </a:r>
            <a:r>
              <a:rPr lang="en-US" altLang="zh-CN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altLang="zh-CN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的突出贡献。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001000" y="3441700"/>
            <a:ext cx="3429000" cy="12783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001000" y="34417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91500" y="36957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邓晓川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540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191500" y="3623805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整理实验复现流程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12783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91500" y="203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蔡梓涵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2540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04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2385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50800" cy="10795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4610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实现了从资料调研、核心工程实现，到测试验证与文档规范提交的完整闭环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各位成员分工明确，队长李子恒主要贡献突出，辅以两位队员的支持，共同完成了本项目。</a:t>
            </a:r>
            <a:endParaRPr lang="en-US" sz="1100" dirty="0"/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0BD775E3-E518-4F8F-9707-88D743253972}"/>
              </a:ext>
            </a:extLst>
          </p:cNvPr>
          <p:cNvSpPr/>
          <p:nvPr/>
        </p:nvSpPr>
        <p:spPr>
          <a:xfrm>
            <a:off x="8191499" y="19558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专注前期文献调研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开发时间线总览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37415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项目启动与基础准备</a:t>
            </a: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（5月下旬）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750">
            <a:off x="889013" y="234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2476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完成代码仓库初始化，导入 llama.cpp 核心代码并完成开发与运行环境的配置工作。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构建出可稳定运行的 baseline 推理环境，为后续开发奠定基础。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08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建立可观测性</a:t>
            </a: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（6月上旬）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4508513" y="234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08500" y="2476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设计并实现 LLM_MEM_TRACE 访存观测系统，对模型运行时的内存访问行为进行全链路记录。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能够生成详细 JSONL 格式 trace 的基础版本，为后续分析提供数据支撑。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OS Hint 优化原型</a:t>
            </a: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（6月中旬）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8128013" y="234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28000" y="2476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 madvise 等操作系统内存提示的原型，并结合观测数据对其效果进行初步评估与验证。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完成首个能够主动向操作系统传递意图、影响内存管理的优化版本。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890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策略模拟与优化深化</a:t>
            </a: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（6月中下旬）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89013" y="488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89000" y="5016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 trace-driven 的 expert cache 替换策略模拟器，探索更高效的缓存管理逻辑。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获得可靠的离线模拟结果，并完成针对预取（prefetch）机制的深度优化实现。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3815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3815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5085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05. 异步调度与性能调优</a:t>
            </a: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（6月下旬）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3750">
            <a:off x="4508513" y="488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508500" y="5016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实现异步 prefetch 队列，并引入 deadline-aware 优先级调度机制，平衡响应性与吞吐量。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达成性能显著提升的最终优化版本，验证了异步调度策略的有效性。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001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001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280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06. 测试与文档完善</a:t>
            </a: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（6月末）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3750">
            <a:off x="8128013" y="488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128000" y="5016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执行全面的功能与性能测试，整理实验数据，撰写技术报告与最终提交材料。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形成包含代码、文档、测试结果的完整项目交付包，完成项目最终验收。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前期资料收集与技术研讨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11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核心技术栈与框架选型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6611">
            <a:off x="1016006" y="2025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1336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选用轻量级本地LLM推理框架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llama.cpp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作为基础，深入掌握GGUF模型文件加载机制，为精细化内存追踪和管理奠定底层基础。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711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17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238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前沿论文思想与系统启发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6611">
            <a:off x="1016006" y="3676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37846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借鉴MoE-Infinity的专家路由追踪、SpecMD的缓存替换策略及ST-MoE的可预测性理论；参考PagedAttention的分页式KV Cache管理方案，为预取优化提供理论支撑。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711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762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操作系统内存管理接口研究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6611">
            <a:off x="1016006" y="5200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3086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深入分析Linux MGLRU/DAMON内核机制，确认用户态优化的可行性；掌握madvise/posix_fadvise系统调用，作为与OS交互传递访存意图的核心工具。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90450">
            <a:off x="59690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8445500" y="1524000"/>
            <a:ext cx="1524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rcRect l="2380" r="2380"/>
          <a:stretch>
            <a:fillRect/>
          </a:stretch>
        </p:blipFill>
        <p:spPr>
          <a:xfrm>
            <a:off x="10160000" y="1524000"/>
            <a:ext cx="1524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rcRect t="6356" b="6356"/>
          <a:stretch>
            <a:fillRect/>
          </a:stretch>
        </p:blipFill>
        <p:spPr>
          <a:xfrm>
            <a:off x="8445500" y="3048000"/>
            <a:ext cx="32385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445500" y="4699000"/>
            <a:ext cx="3238500" cy="1397000"/>
          </a:xfrm>
          <a:prstGeom prst="roundRect">
            <a:avLst>
              <a:gd name="adj" fmla="val 0"/>
            </a:avLst>
          </a:prstGeom>
          <a:solidFill>
            <a:srgbClr val="37415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572500" y="4826000"/>
            <a:ext cx="298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阶段结论：</a:t>
            </a:r>
            <a:r>
              <a:rPr lang="en-US" sz="1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确定采用低侵入性用户态方案，不修改内核。通过建立细粒度访存Trace，结合OS</a:t>
            </a:r>
            <a:r>
              <a:rPr lang="en-US" sz="1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Hint与专家感知预取，实现高效内存管理</a:t>
            </a:r>
            <a:r>
              <a:rPr lang="en-US" sz="1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15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415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4554">
            <a:off x="952523" y="2343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476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llama.cpp 构建推理引擎，作为系统的核心输入与执行载体。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175000" y="1651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7415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5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810000" y="1841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tensor_trace 追踪器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9098">
            <a:off x="3365518" y="2343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302000" y="2476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全链路记录张量加载、首次访问、OS hint应用及专家层预取行为，捕捉底层硬件交互细节。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1651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7415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1841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expert_trace 追踪器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9098">
            <a:off x="6286518" y="2343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23000" y="2476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 MoE 架构的专家路由逻辑，完整记录 token 分发路径与专家激活频次，为路由优化提供数据支撑。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0" y="1651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7415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80500" y="184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25000" y="1841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kv_trace 追踪器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221">
            <a:off x="9080519" y="2343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017000" y="2476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精准记录 KV Cache 的追加写入与复用命中情况，量化缓存效率与显存占用的动态关系。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71744">
            <a:off x="2921159" y="2470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74151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5" name="AutoShape 25"/>
          <p:cNvSpPr/>
          <p:nvPr/>
        </p:nvSpPr>
        <p:spPr>
          <a:xfrm>
            <a:off x="762000" y="3683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12700" cap="flat" cmpd="sng">
            <a:solidFill>
              <a:srgbClr val="374151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651000" y="3873500"/>
            <a:ext cx="876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数据汇聚层 (Trace Writer)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将上述三大追踪模块的异构数据归一化处理，统一输出为结构化的 JSONL 日志文件，确保数据的完整性、可读性与可复现性，为后续分析提供标准化输入。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207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7415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5397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460500" y="5359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深度分析与离线模拟引擎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8929">
            <a:off x="952508" y="5835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52500" y="5905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analyze_trace 生成基线报告，结合 simulate_expert_cache 工具离线仿真不同缓存策略的命中率，低成本验证优化假设。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86500" y="52070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7415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5397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985000" y="5359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全流程自动化脚本工具链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9167">
            <a:off x="6477008" y="5835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477000" y="59055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run_trace_pipeline.sh 与 run_finalist_repeat_matrix.sh 串联“运行-追踪-分析”全流程，实现多组对比实验的高效、自动化执行。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阶段一：建立 Trace 与 Baseline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37415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889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498600"/>
            <a:ext cx="1016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核心目标是构建一套可全面、细粒度观测 LLM 推理阶段内存访问行为的基线系统，为后续性能分析与优化提供可量化的参照标准与基础数据支撑。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1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核心代码扩展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llama.cpp 核心代码进行定制化扩展，在张量运算、KV缓存读写等关键逻辑节点植入轻量级追踪探针，完整捕获底层执行细节。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66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285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281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自动化 Trace 生成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 run_trace_pipeline.sh 自动化脚本，驱动模型完成标准推理任务，自动输出结构化的 tensor_trace.jsonl、kv_trace.jsonl 等原始追踪数据文件。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66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285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81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关键指标自动聚合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analyze_trace.py 解析原始 Trace 文件，自动计算内存吞吐量、访问延迟、缓存命中率等核心指标，形成结构化的性能分析报告。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092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181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成果产出与工程价值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5651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成功构建稳定的 baseline 版本与完整的 Trace 数据集，产出的 metrics.json 性能报告成为后续所有内存优化、算法改进工作的基准标尺，确保优化效果可量化、可复现。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5080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40500" y="5270500"/>
            <a:ext cx="10795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540500" y="53721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Pipeline脚本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71744">
            <a:off x="7683659" y="5518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0" name="AutoShape 30"/>
          <p:cNvSpPr/>
          <p:nvPr/>
        </p:nvSpPr>
        <p:spPr>
          <a:xfrm>
            <a:off x="8001000" y="5270500"/>
            <a:ext cx="10795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001000" y="53721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JSONL Trace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71744">
            <a:off x="9144159" y="5518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3" name="AutoShape 33"/>
          <p:cNvSpPr/>
          <p:nvPr/>
        </p:nvSpPr>
        <p:spPr>
          <a:xfrm>
            <a:off x="9461500" y="5270500"/>
            <a:ext cx="17145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461500" y="53721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Metrics 性能报告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40500" y="596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全链路自动化数据流转，确保从原始执行到指标产出的完整性与一致性。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阶段二：安全 OS Hint 原型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观察到的核心问题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929">
            <a:off x="952508" y="2216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349500"/>
            <a:ext cx="488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 baseline 的 trace 显示，推理延迟的主要来源是首次访问模型权重和 MoE 专家分片时，触发了大量的</a:t>
            </a: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major page faults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，导致系统阻塞在磁盘 I/O 上，严重影响性能。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089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关键工程约束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929">
            <a:off x="952508" y="4629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52500" y="4762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安全性优先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所有优化策略均通过环境变量显式开启，默认保持关闭，确保生产环境的稳定性不受影响。</a:t>
            </a:r>
          </a:p>
        </p:txBody>
      </p:sp>
      <p:cxnSp>
        <p:nvCxnSpPr>
          <p:cNvPr id="14" name="Connector 14"/>
          <p:cNvCxnSpPr/>
          <p:nvPr/>
        </p:nvCxnSpPr>
        <p:spPr>
          <a:xfrm rot="5359557">
            <a:off x="2825750" y="5359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492500" y="4762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低侵入性实现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所有逻辑完全在用户态完成，不修改内核代码，避免了系统级风险，同时降低了维护成本。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86500" y="1524000"/>
            <a:ext cx="514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171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1676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核心预取策略实现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167">
            <a:off x="6477008" y="2216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23495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系统调用组合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madvise(MADV_WILLNEED/SEQUENTIAL) 提示内核预加载，结合 posix_fadvise 在文件层面进行数据预取。</a:t>
            </a:r>
          </a:p>
        </p:txBody>
      </p:sp>
      <p:cxnSp>
        <p:nvCxnSpPr>
          <p:cNvPr id="21" name="Connector 21"/>
          <p:cNvCxnSpPr/>
          <p:nvPr/>
        </p:nvCxnSpPr>
        <p:spPr>
          <a:xfrm rot="5357030">
            <a:off x="8382000" y="2851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017000" y="234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专家感知预取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创新性结合 MoE 路由信息，预判并主动预取即将访问的专家权重，减少缺页等待时间。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86500" y="3937000"/>
            <a:ext cx="514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127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4089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阶段实验结论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477008" y="4629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4762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实验表明，expert-aware prefetch 策略能显著降低 major faults 数量并缩短 decode latency。但也引入了</a:t>
            </a: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RSS 内存占用增长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系统调用开销过大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的新挑战，为下一阶段优化指明了方向。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阶段三：Expert Cache 替换策略模拟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4826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核心问题：有限 Cache 能否替代全量预取？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完整的专家路由预取（route_all）会带来大量系统调用与内存开销。我们试图验证：是否可以通过维护一个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有限大小的 Expert Cache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，在降低资源消耗的同时维持性能？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32004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175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研究方法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8992">
            <a:off x="914418" y="36131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14400" y="37465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trace-driven offline simulation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（基于真实访问轨迹的离线模拟），复现专家访问模式，客观对比不同策略的资源消耗与命中率。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3048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4900" y="32004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00500" y="3175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模拟策略矩阵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8992">
            <a:off x="3644918" y="36131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44900" y="37465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以全路由预取(route)为性能上限；对比经典策略(LRU/LFU)与改进策略(window-LFU/least-stale)在不同Cache预算下的表现。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552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461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模拟参数：Cache 预算梯度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设置 128MiB 至 1024MiB (1GiB) 的五档预算，覆盖常见边缘与中端设备的内存配置场景。</a:t>
            </a:r>
          </a:p>
        </p:txBody>
      </p:sp>
      <p:cxnSp>
        <p:nvCxnSpPr>
          <p:cNvPr id="20" name="Connector 20"/>
          <p:cNvCxnSpPr/>
          <p:nvPr/>
        </p:nvCxnSpPr>
        <p:spPr>
          <a:xfrm rot="5390953">
            <a:off x="3937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524000"/>
            <a:ext cx="5207000" cy="304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2" name="AutoShape 22"/>
          <p:cNvSpPr/>
          <p:nvPr/>
        </p:nvSpPr>
        <p:spPr>
          <a:xfrm>
            <a:off x="6477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BEB">
              <a:alpha val="85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51435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5080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传统策略性能不足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在≤1GiB的预算下，即使是优化后的策略，Cache miss率与驱逐次数依然居高不下，无法达到全路由预取的性能基线。这表明，针对MoE的专家访问模式，需要设计结合路由信息的专用Cache管理策略。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阶段四：减少 Hint Calls 的尝试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51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问题聚焦：系统调用的额外开销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8814">
            <a:off x="952508" y="2025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1336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expert-aware prefetch 虽能提升预取效率，但会产生近10万次 madvise 系统调用。这些高频调用本身带来的上下文切换与内核处理开销，逐渐抵消了预取带来的性能增益。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302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尝试一：Top-k Expert Prefetch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814">
            <a:off x="952508" y="3676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7846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仅预取路由分数最高的 k 个专家，试图从源头减少调用次数。但结果显示，该策略严重破坏了预取的覆盖率 (coverage)，导致冷缓存命中率回升，整体性能不升反降。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5080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尝试二：Route Slice Coalescing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814">
            <a:off x="952508" y="5454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55626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尝试合并相邻内存地址的小预取请求。但由于 MoE 专家权重在内存中呈离散分布，可合并的请求非常有限，实际收益微乎其微。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953">
            <a:off x="4064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731000" y="1524000"/>
            <a:ext cx="4953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8" name="Connector 18"/>
          <p:cNvCxnSpPr/>
          <p:nvPr/>
        </p:nvCxnSpPr>
        <p:spPr>
          <a:xfrm rot="-10110">
            <a:off x="6985009" y="3295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9" name="Connector 19"/>
          <p:cNvCxnSpPr/>
          <p:nvPr/>
        </p:nvCxnSpPr>
        <p:spPr>
          <a:xfrm rot="-5431251">
            <a:off x="6286500" y="2597121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10160000" y="3429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Hint Calls 数量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48500" y="1905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预取覆盖率 (Coverage)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27940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874000" y="2667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Top-k 策略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调用少，但覆盖率低，性能受损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652000" y="2159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906000" y="2032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Route-all 策略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覆盖率高，但调用过多，开销大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731000" y="4318000"/>
            <a:ext cx="4953000" cy="20320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1500" y="4508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66000" y="45085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核心洞察与方向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9549">
            <a:off x="6921509" y="494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921500" y="5080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简单截断专家数量或合并内存请求，无法兼顾调用开销与预取覆盖率。这表明问题的关键不在于“减少 Hint 的数量”，而在于从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优化 Hint 的调度路径与执行效率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入手，才能实现性能的突破。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4069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阶段五：异步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Expert Prefetch 与 Deadline-aware Priority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4986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同步执行 `madvise` 系统调用会阻塞推理的关键路径（decode loop），严重拖累整体吞吐量，成为系统性能的主要瓶颈。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857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819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用户态异步Hint队列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359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49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构建线程安全的先进先出队列，统一存储所有待处理的预取请求，实现任务的缓冲与解耦。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667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2857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80000" y="2819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多Worker后台线程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3359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49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启动独立的后台Worker线程，循环从队列中取出请求并执行实际的 `madvise` 系统调用，分担主线程压力。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667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2857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99500" y="2819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主线程无阻塞执行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359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49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推理主线程仅需将任务快速放入队列即可立即返回，无需等待IO完成，彻底释放了关键路径的执行效率。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572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46990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优先级调度策略 (Priority Mode)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929">
            <a:off x="952508" y="5073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" y="5207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Score策略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仅依据专家的路由分数高低排序，侧重“重要性”。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0892">
            <a:off x="20955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2667000" y="520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Deadline策略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按预计访问紧迫度排序，侧重“时效性”。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50892">
            <a:off x="37465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254500" y="5207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Deadline-Score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先紧迫度后分数的综合策略，兼顾两者优势。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86500" y="4572000"/>
            <a:ext cx="5143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77000" y="4699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540500" y="4762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同步执行 (阻塞)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 → madvise() → 内存，串行等待，路径阻塞。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953500" y="4699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017000" y="4762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异步执行 (并行)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主线程入队即返，Worker线程后台并行处理IO。</a:t>
            </a:r>
          </a:p>
        </p:txBody>
      </p:sp>
      <p:cxnSp>
        <p:nvCxnSpPr>
          <p:cNvPr id="35" name="Connector 35"/>
          <p:cNvCxnSpPr/>
          <p:nvPr/>
        </p:nvCxnSpPr>
        <p:spPr>
          <a:xfrm rot="-9167">
            <a:off x="6477008" y="564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477000" y="5740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实验结论：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Deadline-Score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策略在解码延迟、缺页中断及内存占用上实现了最佳平衡。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实验设计与测试方法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标准化实验环境构建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2152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286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编译目标为</a:t>
            </a: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llama-cli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并启用 LLAMA_MEM_TRACE 功能；硬件采用高算力服务器平台，配备多核CPU与大容量高速内存；软件栈基于 Linux 发行版，使用 GCC 与 CMake 构建工具链，确保编译环境一致性。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71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核心测试模型选型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540509" y="215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286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选用</a:t>
            </a: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Qwen3.5-35B-A3B-Q3_K_M.gguf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作为基准模型。该模型为35B参数的稀疏门控混合专家(MoE)模型，采用GGUF容器格式与Q3_K_M量化方案，在保证推理效率的同时，能够有效反映内存管理策略的实际影响。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全链路功能正确性验证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952508" y="4692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52500" y="4826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构建与脚本：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CMake构建过程零报错，Python脚本通过py_compile静态检查，Shell脚本经bash -n语法校验。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流程闭环：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trace_writer 可正确捕获内存轨迹，analyze_trace.py 能完整解析并生成可视化分析报告，确保数据采集与处理流程可靠。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4064000"/>
            <a:ext cx="3302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25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21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对比性能评估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6540514" y="469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4826000"/>
            <a:ext cx="2984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设置 baseline、expert_prefetch 等多组策略对照。采用统一Prompt进行推理，每组策略重复运行</a:t>
            </a: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N=3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次，以均值与标准差作为核心指标，量化分析各策略的内存与耗时表现。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rcRect l="3571" r="3571"/>
          <a:stretch>
            <a:fillRect/>
          </a:stretch>
        </p:blipFill>
        <p:spPr>
          <a:xfrm>
            <a:off x="9842500" y="5334000"/>
            <a:ext cx="1651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26" name="Picture 2" descr="千问-千问下载-AI问答写作-2026官方最新版">
            <a:extLst>
              <a:ext uri="{FF2B5EF4-FFF2-40B4-BE49-F238E27FC236}">
                <a16:creationId xmlns:a16="http://schemas.microsoft.com/office/drawing/2014/main" id="{9E059920-8338-47A2-9DA6-9DF0B9417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279954"/>
            <a:ext cx="18288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性能结果与分析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87781"/>
              </p:ext>
            </p:extLst>
          </p:nvPr>
        </p:nvGraphicFramePr>
        <p:xfrm>
          <a:off x="100739" y="1495585"/>
          <a:ext cx="6287359" cy="376609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6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28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Decode (us)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Major Faults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RSS (GiB)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Swap (MiB)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Hint Calls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baseline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376,069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757,052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6.228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217.86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expert_prefetch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214,724 (-43%)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49,613 (-93%)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6.486 (+4%)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157.44 (-28%)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99,907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3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deadline_score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194,971 (-48%)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71,060 (-91%)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6.433 (+3%)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123.67 (-43%)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98,893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3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decode_ttl1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216,819 (-42%)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69,406 (-91%)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6.501 (+4%)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174.25 (-20%)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82,711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5390450">
            <a:off x="4191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1026160"/>
            <a:ext cx="4826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6750049" y="336296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7049" y="348996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58049" y="346456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显著的延迟降低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deadline_score策略表现最佳，相比基线延迟大幅降低48%，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响应效率显著提升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226549" y="336296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549" y="348996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734549" y="346456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Major Faults 受控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所有优化策略均将缺页错误减少了90%以上，有效避免了磁盘I/O阻塞，提升系统稳定性。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50049" y="4569460"/>
            <a:ext cx="482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7049" y="469646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58049" y="467106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内存与交换的最优权衡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deadline_score策略在仅增加3% RSS内存的情况下，成功将Swap使用量降低43%，在保证性能的同时实现了内存资源的高效利用，避免了交换分区的频繁读写。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创新性与类似项目对比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671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321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基础框架升级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3587">
            <a:off x="889013" y="2152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286000"/>
            <a:ext cx="3213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llama.cpp 基础架构，缺乏细粒度的全链路追踪能力，难以支撑复杂的内存优化实验。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本项目改进：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tensor/KV/expert/memory 四位一体 trace 系统，并集成完整的 OS hint 实验框架，实现模型运行时的全维度监控与控制。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56100" y="1524000"/>
            <a:ext cx="34671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56100" y="152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83100" y="1714500"/>
            <a:ext cx="321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用户态无核依赖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13587">
            <a:off x="4483113" y="2152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483100" y="2286000"/>
            <a:ext cx="3213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依赖修改内核页面替换算法（如 MGLRU/DAMON），需要特定内核版本，部署门槛高且兼容性差。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本项目改进：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策略逻辑完全在用户态实现，不侵入内核代码，适配主流Linux发行版，具备极佳的可移植性与部署灵活性。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950200" y="1524000"/>
            <a:ext cx="34671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950200" y="152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77200" y="1714500"/>
            <a:ext cx="3213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智能预取调度策略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13587">
            <a:off x="8077213" y="2152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077200" y="2286000"/>
            <a:ext cx="3213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37415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采用简单的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top-k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专家预取，未充分考虑系统资源限制，易引发内存抖动与预取开销失控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37415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本项目改进：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实施“完整路由覆盖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异步优先级调度”方案，在保证预取覆盖率的同时，通过异步机制管理系统开销，平衡性能与资源消耗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62000" y="4381500"/>
            <a:ext cx="5270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635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87500" y="4445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MoE语义与OS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Hint深度融合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首次将MoE模型特有的专家路由语义信息，与操作系统的页面预取机制结合，实现具备语义感知能力的智能内存管理，打破模型与系统层的信息壁垒，让预取更精准。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86500" y="4381500"/>
            <a:ext cx="5270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635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445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Trace-driven 策略筛选机制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建立离线模拟的评估体系，基于真实负载的 trace 数据高效筛选、验证缓存替换策略，避免了在线实验的高成本与风险，大幅提升策略迭代效率与可靠性。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762000" y="5588000"/>
            <a:ext cx="5270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778500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587500" y="56515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关键路径的异步化重构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将性能敏感的 decode 关键路径中的系统调用迁移至用户态异步队列执行，消除同步阻塞带来的延迟开销，显著提升了模型推理的吞吐量与端到端响应速度。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286500" y="5588000"/>
            <a:ext cx="5270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7785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56515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多维度优先级调度策略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 deadline_score 综合评分机制，同时考量任务的紧迫度与资源重要性权重，实现对预取与缓存任务的精细化、智能化调度，最大化系统资源的利用效率。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现有不足 (Limitations)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929">
            <a:off x="952508" y="2470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6670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系统调用与泛化性：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hint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calls仍接近10万次，且当前测试集中于单一模型与硬件环境，泛化能力尚未充分验证。</a:t>
            </a:r>
            <a:endParaRPr lang="en-US" dirty="0"/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技术深度与策略保守：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尚未深入改写KV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Cache的allocator，主动换出机制也未集成到默认策略中，内存管理的灵活性与效率仍有提升空间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159500" y="1778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968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后续计划 (Future Work)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929">
            <a:off x="6350008" y="2470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0" y="26670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优化与验证：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探索更精确的内存范围批处理技术以降低系统调用，在多规模模型与异构硬件中扩大方案验证范围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深度管理与协同：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借鉴PagedAttention设计混合缓存策略适配MoE访问模式，并评估与Linux内核最新内存管理机制的协同潜力。</a:t>
            </a:r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545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5651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3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4739B2-84CB-446C-B7A4-9C6BE78711B4}">
  <we:reference id="wa200010215" version="2.0.0.0" store="en-001" storeType="OMEX"/>
  <we:alternateReferences>
    <we:reference id="WA200010215" version="2.0.0.0" store="en-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1996</Words>
  <Application>Microsoft Office PowerPoint</Application>
  <PresentationFormat>宽屏</PresentationFormat>
  <Paragraphs>257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zi'heng</cp:lastModifiedBy>
  <cp:revision>7</cp:revision>
  <dcterms:modified xsi:type="dcterms:W3CDTF">2026-06-30T15:08:18Z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{"Label":"1","ContentProducer":"001191110102MACQD9K64010000","ProduceID":"7657064138510224362","ReservedCode1":"","ContentPropagator":"","PropagateID":"","ReservedCode2":""}</vt:lpwstr>
  </property>
</Properties>
</file>